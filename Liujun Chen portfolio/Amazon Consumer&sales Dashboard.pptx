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>
        <p:scale>
          <a:sx n="91" d="100"/>
          <a:sy n="91" d="100"/>
        </p:scale>
        <p:origin x="119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1 (3)">
            <a:extLst>
              <a:ext uri="{FF2B5EF4-FFF2-40B4-BE49-F238E27FC236}">
                <a16:creationId xmlns:a16="http://schemas.microsoft.com/office/drawing/2014/main" id="{B64BE00A-882A-4175-8A51-409988498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Liujun Chen</cp:lastModifiedBy>
  <cp:revision>1</cp:revision>
  <dcterms:created xsi:type="dcterms:W3CDTF">2026-03-24T03:42:08Z</dcterms:created>
  <dcterms:modified xsi:type="dcterms:W3CDTF">2026-03-24T03:42:41Z</dcterms:modified>
</cp:coreProperties>
</file>